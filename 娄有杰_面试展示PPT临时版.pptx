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0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个人陈述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4937760" cy="27432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93776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DAA6"/>
                </a:solidFill>
                <a:latin typeface="微软雅黑" panose="020B0503020204020204" charset="-122"/>
              </a:rPr>
              <a:t>推免研究生线上沟通汇报</a:t>
            </a:r>
            <a:endParaRPr sz="1700" b="1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娄有杰 | 兰州理工大学 计算机与人工智能学院 软件工程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EDAA6"/>
                </a:solidFill>
                <a:latin typeface="微软雅黑" panose="020B0503020204020204" charset="-122"/>
              </a:rPr>
              <a:t>申请意向：北京理工大学（珠海）计算机技术 / 人工智能方向</a:t>
            </a:r>
            <a:endParaRPr sz="13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49377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2026年6月29日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97880" y="6309360"/>
            <a:ext cx="5806440" cy="23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邮箱：yi05up11@163.com</a:t>
            </a:r>
            <a:r>
              <a:rPr lang="en-US" sz="950" b="0">
                <a:solidFill>
                  <a:srgbClr val="EEDAA6"/>
                </a:solidFill>
                <a:latin typeface="微软雅黑" panose="020B0503020204020204" charset="-122"/>
              </a:rPr>
              <a:t> </a:t>
            </a:r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   电话：155-1611-0836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0080"/>
            <a:ext cx="2057400" cy="54406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691640" cy="4983480"/>
          </a:xfrm>
          <a:prstGeom prst="rect">
            <a:avLst/>
          </a:prstGeom>
          <a:solidFill>
            <a:srgbClr val="072146"/>
          </a:solidFill>
          <a:ln w="12700">
            <a:solidFill>
              <a:srgbClr val="D7B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75104"/>
            <a:ext cx="10515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微软雅黑" panose="020B0503020204020204" charset="-122"/>
              </a:rPr>
              <a:t>目
录</a:t>
            </a:r>
            <a:endParaRPr sz="3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3730752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CONTENTS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3429000" y="1170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01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160520" y="1225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教育背景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5897880" y="1280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专业排名、课程基础、英语与荣誉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3429000" y="1828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3429000" y="2313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02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160520" y="2368296"/>
            <a:ext cx="18288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000" b="1">
                <a:solidFill>
                  <a:srgbClr val="072146"/>
                </a:solidFill>
                <a:latin typeface="微软雅黑" panose="020B0503020204020204" charset="-122"/>
              </a:rPr>
              <a:t>项目</a:t>
            </a:r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经历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5897880" y="2423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国家级大创：异常理解与可信问答评测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3429000" y="2971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429000" y="3456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03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160520" y="3511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竞赛与实践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5897880" y="3566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建模、机器人、智能对话系统与团队协作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2"/>
            </p:custDataLst>
          </p:nvPr>
        </p:nvSpPr>
        <p:spPr>
          <a:xfrm>
            <a:off x="3429000" y="4114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3429000" y="4599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04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160520" y="4654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研究兴趣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5897880" y="4709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对接大图计算、图神经网络系统与可信智能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6"/>
            </p:custDataLst>
          </p:nvPr>
        </p:nvSpPr>
        <p:spPr>
          <a:xfrm>
            <a:off x="3429000" y="5257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教育背景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第一部分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兰州理工大学 · 计算机与人工智能学院 · 软件工程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533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72146"/>
                </a:solidFill>
                <a:latin typeface="微软雅黑" panose="020B0503020204020204" charset="-122"/>
              </a:rPr>
              <a:t>兰州理工大学 · 计算机与人工智能学院 · 软件工程（本科）</a:t>
            </a:r>
            <a:endParaRPr sz="21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06770"/>
                </a:solidFill>
                <a:latin typeface="微软雅黑" panose="020B0503020204020204" charset="-122"/>
              </a:rPr>
              <a:t>2023.09 至今｜中共预备党员｜籍贯河南濮阳</a:t>
            </a:r>
            <a:endParaRPr sz="11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1 / 211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专业排名（前五学期）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900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93.24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359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加权平均分 / 100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504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4.32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9631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GPA / 5.0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4108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7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CET-6 548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0567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英文资料阅读与沟通能力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3529584"/>
            <a:ext cx="4983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529584"/>
            <a:ext cx="73152" cy="201168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694176"/>
            <a:ext cx="4636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核心课程基础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059935"/>
            <a:ext cx="46360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C/C++、数据库原理、Python、离散数学等 6 门课程 99 分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计算机网络、计算机组成原理、Java 等课程表现稳定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11 门核心课程 90 分以上，基础课与工程课较均衡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72200" y="3529584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529584"/>
            <a:ext cx="73152" cy="20116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694176"/>
            <a:ext cx="4818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荣誉与综合能力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73368" y="4059935"/>
            <a:ext cx="48188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国家奖学金、国家励志奖学金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甘肃省普通高校三好学生（连续两年度）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外研社·国才杯英语综合能力赛省级特等奖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普通话二级甲等，具备组会汇报与学术交流基础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8044"/>
            <a:ext cx="964692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</a:rPr>
              <a:t>项目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经历：多模态异常事件理解与可信问答评测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第二部分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国家级大创｜核心开发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62D37"/>
                </a:solidFill>
                <a:latin typeface="微软雅黑" panose="020B0503020204020204" charset="-122"/>
              </a:rPr>
              <a:t>面向居家养老与远程健康监护场景，将“异常识别”扩展为可解释、可追溯、可评测的智能问答流程。</a:t>
            </a:r>
            <a:endParaRPr sz="1550" b="1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1947672"/>
            <a:ext cx="2148840" cy="868680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CE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72146"/>
                </a:solidFill>
                <a:latin typeface="微软雅黑" panose="020B0503020204020204" charset="-122"/>
              </a:rPr>
              <a:t>异常检测</a:t>
            </a:r>
            <a:endParaRPr sz="14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19202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06770"/>
                </a:solidFill>
                <a:latin typeface="微软雅黑" panose="020B0503020204020204" charset="-122"/>
              </a:rPr>
              <a:t>跌倒 / 静止 / 徘徊 / 遮挡</a:t>
            </a:r>
            <a:endParaRPr sz="9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90672" y="219456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B169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9312" y="1947672"/>
            <a:ext cx="2148840" cy="868680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CE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72146"/>
                </a:solidFill>
                <a:latin typeface="微软雅黑" panose="020B0503020204020204" charset="-122"/>
              </a:rPr>
              <a:t>多模态解释</a:t>
            </a:r>
            <a:endParaRPr sz="14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49039" y="2423160"/>
            <a:ext cx="19202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06770"/>
                </a:solidFill>
                <a:latin typeface="微软雅黑" panose="020B0503020204020204" charset="-122"/>
              </a:rPr>
              <a:t>类型-依据-风险-建议</a:t>
            </a:r>
            <a:endParaRPr sz="9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07024" y="219456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B169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55664" y="1947672"/>
            <a:ext cx="2148840" cy="868680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CE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72146"/>
                </a:solidFill>
                <a:latin typeface="微软雅黑" panose="020B0503020204020204" charset="-122"/>
              </a:rPr>
              <a:t>知识检索</a:t>
            </a:r>
            <a:endParaRPr sz="14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2423160"/>
            <a:ext cx="19202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06770"/>
                </a:solidFill>
                <a:latin typeface="微软雅黑" panose="020B0503020204020204" charset="-122"/>
              </a:rPr>
              <a:t>LightRAG / GraphRAG 思路</a:t>
            </a:r>
            <a:endParaRPr sz="9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23376" y="219456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B169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272016" y="1947672"/>
            <a:ext cx="2148840" cy="868680"/>
          </a:xfrm>
          <a:prstGeom prst="roundRect">
            <a:avLst/>
          </a:prstGeom>
          <a:solidFill>
            <a:srgbClr val="EAF0F8"/>
          </a:solidFill>
          <a:ln w="12700">
            <a:solidFill>
              <a:srgbClr val="CE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72146"/>
                </a:solidFill>
                <a:latin typeface="微软雅黑" panose="020B0503020204020204" charset="-122"/>
              </a:rPr>
              <a:t>可信评测</a:t>
            </a:r>
            <a:endParaRPr sz="14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192024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06770"/>
                </a:solidFill>
                <a:latin typeface="微软雅黑" panose="020B0503020204020204" charset="-122"/>
              </a:rPr>
              <a:t>准确率 / 误报率 / 延迟 / 一致性</a:t>
            </a:r>
            <a:endParaRPr sz="9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333756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337560"/>
            <a:ext cx="73152" cy="224028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502152"/>
            <a:ext cx="4910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我的具体工作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3867911"/>
            <a:ext cx="49103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评测设计：定义异常类型、风险等级、视觉证据、处理建议等字段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模型对比：以 SVM、ST-GCN 等作为 baseline，形成结构化输出流程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知识检索：整理健康监护知识条目与问答模板，探索可追溯回答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误差分析：围绕准确率、解释一致性、误报率、推理延迟记录失败案例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55080" y="3337560"/>
            <a:ext cx="4983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337560"/>
            <a:ext cx="73152" cy="22402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502152"/>
            <a:ext cx="4636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阶段成果与收获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56248" y="3867911"/>
            <a:ext cx="46360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已沉淀评测字段方案、对比实验记录、失败案例分析与技术报告初稿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形成“问题定义—baseline—指标—误差分析”的科研训练闭环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认识到异常理解不只看类别，还要判断时间、轨迹、空间关系与证据链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思考总结：从应用项目走向图计算与系统研究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第三部分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个人积累与课题组方向的连接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298448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D37"/>
                </a:solidFill>
                <a:latin typeface="微软雅黑" panose="020B0503020204020204" charset="-122"/>
              </a:rPr>
              <a:t>从异常事件项目出发，我希望把图结构建模、实验评测与工程实现经验，进一步延展到动态图计算与 GNN 系统研究。</a:t>
            </a:r>
            <a:endParaRPr sz="1500" b="1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3063240" cy="24871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2194560"/>
            <a:ext cx="1143000" cy="320040"/>
          </a:xfrm>
          <a:prstGeom prst="round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63140"/>
            <a:ext cx="1051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 panose="020B0503020204020204" charset="-122"/>
              </a:rPr>
              <a:t>已有积累</a:t>
            </a:r>
            <a:endParaRPr sz="9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2761488"/>
            <a:ext cx="24871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ST-GCN 时空图 baseline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RAG / GraphRAG 思路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指标设计与误差分析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C++ / Python / Java 工程基础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05072" y="31089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7B169"/>
                </a:solidFill>
                <a:latin typeface="微软雅黑" panose="020B0503020204020204" charset="-122"/>
              </a:rPr>
              <a:t>→</a:t>
            </a:r>
            <a:endParaRPr sz="26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17720" y="1975104"/>
            <a:ext cx="3063240" cy="24871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2194560"/>
            <a:ext cx="1143000" cy="320040"/>
          </a:xfrm>
          <a:prstGeom prst="round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263140"/>
            <a:ext cx="1051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 panose="020B0503020204020204" charset="-122"/>
              </a:rPr>
              <a:t>进一步延展</a:t>
            </a:r>
            <a:endParaRPr sz="9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0" y="2761488"/>
            <a:ext cx="24871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动态图 / 时序图表示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图划分与增量更新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图算法评测与优化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GNN 系统训练与推理效率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99832" y="31089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7B169"/>
                </a:solidFill>
                <a:latin typeface="微软雅黑" panose="020B0503020204020204" charset="-122"/>
              </a:rPr>
              <a:t>→</a:t>
            </a:r>
            <a:endParaRPr sz="26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12480" y="1975104"/>
            <a:ext cx="3063240" cy="24871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41080" y="2194560"/>
            <a:ext cx="1143000" cy="320040"/>
          </a:xfrm>
          <a:prstGeom prst="roundRect">
            <a:avLst/>
          </a:prstGeom>
          <a:solidFill>
            <a:srgbClr val="AC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263140"/>
            <a:ext cx="1051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 panose="020B0503020204020204" charset="-122"/>
              </a:rPr>
              <a:t>后续补强</a:t>
            </a:r>
            <a:endParaRPr sz="9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761488"/>
            <a:ext cx="24871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分布式图计算范式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并行算法与复杂度分析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系统论文复现能力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sz="1160" b="0">
                <a:solidFill>
                  <a:srgbClr val="262D37"/>
                </a:solidFill>
                <a:latin typeface="微软雅黑" panose="020B0503020204020204" charset="-122"/>
              </a:rPr>
              <a:t>真实大规模数据实验经验</a:t>
            </a:r>
            <a:endParaRPr sz="11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8680" y="5010912"/>
            <a:ext cx="10469880" cy="502920"/>
          </a:xfrm>
          <a:prstGeom prst="round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75504"/>
            <a:ext cx="10058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20" b="1">
                <a:solidFill>
                  <a:srgbClr val="FFFFFF"/>
                </a:solidFill>
                <a:latin typeface="微软雅黑" panose="020B0503020204020204" charset="-122"/>
              </a:rPr>
              <a:t>下一阶段关注点：图结构表示、增量/并行计算、可复现实验评测。</a:t>
            </a:r>
            <a:endParaRPr sz="14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竞赛与实践经历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第三部分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团队协作、建模分析与工程落地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51115" y="1349375"/>
            <a:ext cx="3287395" cy="274320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353312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353312"/>
            <a:ext cx="73152" cy="148132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517904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DeepSeek 智能对话系统｜项目负责人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1883664"/>
            <a:ext cx="50932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带领 6 人完成需求分析、方案设计、接口联调、功能演示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负责 Prompt 模板迭代、多轮对话与异常输入测试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沉淀 Demo、测试记录、展示材料与开发文档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035808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035808"/>
            <a:ext cx="73152" cy="1481328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00400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MCM 美赛｜队长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4128" y="3566160"/>
            <a:ext cx="50932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围绕赛事评分公平性建立潜变量模型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使用 PC-ABC、Logistic 先验、Dirichlet 采样与反事实仿真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训练了假设设定、不确定性评价与英文论文协作能力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3595" y="4736465"/>
            <a:ext cx="10194925" cy="13119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36465"/>
            <a:ext cx="76200" cy="116967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01183"/>
            <a:ext cx="9848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机器人与程序设计竞赛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" y="5266944"/>
            <a:ext cx="9848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ROBOTAC 全国大学生机器人大赛省级一等奖：Lua 控制脚本与参数调优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蓝桥杯 C/C++ 程序设计大学 B 组一等奖，ACM-ICPC 校级一等奖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中国机器人及人工智能大赛、睿抗、天梯赛等多项省级奖项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115" y="1353820"/>
            <a:ext cx="3286760" cy="2728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研究兴趣与未来规划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第四部分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围绕图结构智能系统持续积累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2984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72146"/>
                </a:solidFill>
                <a:latin typeface="微软雅黑" panose="020B0503020204020204" charset="-122"/>
              </a:rPr>
              <a:t>研究兴趣：面向真实场景的图结构表示、动态增量计算、图神经网络系统与可信智能评测。</a:t>
            </a:r>
            <a:endParaRPr sz="15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7552" y="5010912"/>
            <a:ext cx="10149840" cy="4572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近期准备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2026-2027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700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强化大图计算/并行算法基础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阅读许老师代表作与相关系统论文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复现 1-2 个图算法 baseline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8600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1772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研一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600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课程与入组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1032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系统学习高级算法、数据库/系统方向课程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参与组会、读书会和项目实验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从数据整理、实验脚本、论文复现做起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8932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1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2104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研二及以后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19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课题推进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1364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围绕动态图/GNN系统或增量计算形成具体问题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完成可复现实验、技术报告和论文初稿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逐步承担模块设计与实验验证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9264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32486"/>
            <a:ext cx="964692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为什么选择许老师课题组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第四部分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公开资料显示方向高度聚焦图计算系统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298448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298448"/>
            <a:ext cx="73152" cy="22402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463039"/>
            <a:ext cx="5001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对课题组方向的理解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1828800"/>
            <a:ext cx="50017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大图计算系统：分布式并行加速、动态增量计算、并行计算范式、异构环境计算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图神经网络系统：动态增量学习、异构硬件加速、并行计算范式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代表作覆盖 ICDE、VLDB、VLDBJ、SIGMOD 等数据库/系统顶级会议与期刊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82512" y="1298448"/>
            <a:ext cx="495604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298448"/>
            <a:ext cx="73152" cy="224028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39"/>
            <a:ext cx="4608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我的契合点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6085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做过 ST-GCN 时空图 baseline 和异常事件评测，理解“结构化表示 + 指标验证”的重要性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做过 RAG/GraphRAG 思路探索，愿意继续往图结构知识与图系统方向深入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00" b="0">
                <a:solidFill>
                  <a:srgbClr val="262D37"/>
                </a:solidFill>
                <a:latin typeface="微软雅黑" panose="020B0503020204020204" charset="-122"/>
              </a:rPr>
              <a:t>有 C++ / Python / Java 基础和项目负责人经历，能从复现、实验和工程实现做起</a:t>
            </a:r>
            <a:endParaRPr sz="110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3968496"/>
            <a:ext cx="10287000" cy="877824"/>
          </a:xfrm>
          <a:prstGeom prst="round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187952"/>
            <a:ext cx="9646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20" b="0">
                <a:solidFill>
                  <a:srgbClr val="FFFFFF"/>
                </a:solidFill>
                <a:latin typeface="微软雅黑" panose="020B0503020204020204" charset="-122"/>
              </a:rPr>
              <a:t>我希望进入课题组后，先扎实提升图算法、并行计算和系统实验能力，再结合多模态异常理解与可信评测中的经验，探索动态图/GNN系统在真实智能场景中的效率与可靠性问题。</a:t>
            </a:r>
            <a:endParaRPr sz="132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" y="5138928"/>
            <a:ext cx="102870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5285232"/>
            <a:ext cx="9829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10" b="1">
                <a:solidFill>
                  <a:srgbClr val="072146"/>
                </a:solidFill>
                <a:latin typeface="微软雅黑" panose="020B0503020204020204" charset="-122"/>
              </a:rPr>
              <a:t>入组后的切入方式：代表作阅读、代码复现、实验记录、基础图算法 baseline，并逐步承担更完整的系统实验与模块实现。</a:t>
            </a:r>
            <a:endParaRPr sz="121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38912"/>
            <a:ext cx="11228832" cy="5961888"/>
          </a:xfrm>
          <a:prstGeom prst="rect">
            <a:avLst/>
          </a:prstGeom>
          <a:solidFill>
            <a:srgbClr val="072146"/>
          </a:solidFill>
          <a:ln w="12700">
            <a:solidFill>
              <a:srgbClr val="D7B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13258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486491"/>
                </a:solidFill>
                <a:latin typeface="微软雅黑" panose="020B0503020204020204" charset="-122"/>
              </a:rPr>
              <a:t>THANKS</a:t>
            </a:r>
            <a:endParaRPr sz="4200" b="1">
              <a:solidFill>
                <a:srgbClr val="486491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6120" y="221284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EDAA6"/>
                </a:solidFill>
                <a:latin typeface="微软雅黑" panose="020B0503020204020204" charset="-122"/>
              </a:rPr>
              <a:t>介绍完毕</a:t>
            </a:r>
            <a:endParaRPr sz="3600" b="1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360" y="285292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恳请老师批评指正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37560" y="3566160"/>
            <a:ext cx="5486400" cy="320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4069080"/>
            <a:ext cx="8366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EEDAA6"/>
                </a:solidFill>
                <a:latin typeface="微软雅黑" panose="020B0503020204020204" charset="-122"/>
              </a:rPr>
              <a:t>娄有杰｜兰州理工大学 软件工程｜yi05up11@163.com｜155-1611-0836</a:t>
            </a:r>
            <a:endParaRPr sz="12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4736592"/>
            <a:ext cx="832104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350" b="0">
                <a:solidFill>
                  <a:srgbClr val="FFFFFF"/>
                </a:solidFill>
                <a:latin typeface="微软雅黑" panose="020B0503020204020204" charset="-122"/>
              </a:rPr>
              <a:t>非常</a:t>
            </a:r>
            <a:r>
              <a:rPr sz="1350" b="0">
                <a:solidFill>
                  <a:srgbClr val="FFFFFF"/>
                </a:solidFill>
                <a:latin typeface="微软雅黑" panose="020B0503020204020204" charset="-122"/>
              </a:rPr>
              <a:t>希望未来能有机会在许老师指导下，接受更系统的图计算与智能系统科研训练</a:t>
            </a:r>
            <a:r>
              <a:rPr lang="zh-CN" sz="1350" b="0">
                <a:solidFill>
                  <a:srgbClr val="FFFFFF"/>
                </a:solidFill>
                <a:latin typeface="微软雅黑" panose="020B0503020204020204" charset="-122"/>
              </a:rPr>
              <a:t>！</a:t>
            </a:r>
            <a:endParaRPr lang="zh-CN" sz="13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2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3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4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5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6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7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8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9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0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1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2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3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4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5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6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2606</Words>
  <Application>WPS 演示</Application>
  <PresentationFormat>On-screen Show (4:3)</PresentationFormat>
  <Paragraphs>265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YJie</cp:lastModifiedBy>
  <cp:revision>12</cp:revision>
  <dcterms:created xsi:type="dcterms:W3CDTF">2013-01-27T09:14:00Z</dcterms:created>
  <dcterms:modified xsi:type="dcterms:W3CDTF">2026-06-29T04:26:27Z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9E8E51C049654738B663BA94E125D0D8_12</vt:lpwstr>
  </property>
  <property fmtid="{D5CDD505-2E9C-101B-9397-08002B2CF9AE}" pid="3" name="KSOProductBuildVer">
    <vt:lpwstr>2052-12.1.0.26895</vt:lpwstr>
  </property>
</Properties>
</file>